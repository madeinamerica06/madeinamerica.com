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4"/>
  </p:sldMasterIdLst>
  <p:sldIdLst>
    <p:sldId id="257" r:id="rId5"/>
    <p:sldId id="259" r:id="rId6"/>
    <p:sldId id="261" r:id="rId7"/>
    <p:sldId id="260" r:id="rId8"/>
    <p:sldId id="265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0" autoAdjust="0"/>
    <p:restoredTop sz="94660"/>
  </p:normalViewPr>
  <p:slideViewPr>
    <p:cSldViewPr snapToGrid="0">
      <p:cViewPr varScale="1">
        <p:scale>
          <a:sx n="50" d="100"/>
          <a:sy n="50" d="100"/>
        </p:scale>
        <p:origin x="80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19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9809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46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1550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666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7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3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6296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5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025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7748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2895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3746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434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92883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2441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1148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33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06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322" y="62007"/>
            <a:ext cx="7496454" cy="1090012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  <a:ea typeface="FangSong" panose="020B0503020204020204" pitchFamily="49" charset="-122"/>
              </a:rPr>
              <a:t>Made In America </a:t>
            </a:r>
          </a:p>
        </p:txBody>
      </p:sp>
      <p:pic>
        <p:nvPicPr>
          <p:cNvPr id="6" name="Picture 5" descr="A person holding a broom and buckets&#10;&#10;AI-generated content may be incorrect.">
            <a:extLst>
              <a:ext uri="{FF2B5EF4-FFF2-40B4-BE49-F238E27FC236}">
                <a16:creationId xmlns:a16="http://schemas.microsoft.com/office/drawing/2014/main" id="{C273E479-D136-62AB-2F28-C3112416A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9214"/>
          <a:stretch>
            <a:fillRect/>
          </a:stretch>
        </p:blipFill>
        <p:spPr>
          <a:xfrm>
            <a:off x="4223916" y="2666899"/>
            <a:ext cx="4871678" cy="3748193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F81D9B-41A8-0627-05E9-9B42D9A06A41}"/>
              </a:ext>
            </a:extLst>
          </p:cNvPr>
          <p:cNvSpPr txBox="1"/>
          <p:nvPr/>
        </p:nvSpPr>
        <p:spPr>
          <a:xfrm>
            <a:off x="2991650" y="1047074"/>
            <a:ext cx="33732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cleaning service company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6B98C0-5050-8F39-39CE-11646E9A7BC4}"/>
              </a:ext>
            </a:extLst>
          </p:cNvPr>
          <p:cNvSpPr txBox="1"/>
          <p:nvPr/>
        </p:nvSpPr>
        <p:spPr>
          <a:xfrm>
            <a:off x="825417" y="2112388"/>
            <a:ext cx="4407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Reliable Cleaning, Remarkable Results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686C48-45E8-5EB3-44C8-ADD3B23CD694}"/>
              </a:ext>
            </a:extLst>
          </p:cNvPr>
          <p:cNvSpPr txBox="1"/>
          <p:nvPr/>
        </p:nvSpPr>
        <p:spPr>
          <a:xfrm>
            <a:off x="825417" y="3709998"/>
            <a:ext cx="39295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Professional Residential &amp; Commercial Cleaning Services</a:t>
            </a:r>
          </a:p>
        </p:txBody>
      </p:sp>
      <p:pic>
        <p:nvPicPr>
          <p:cNvPr id="11" name="Picture 10" descr="A blue butterfly with white text&#10;&#10;AI-generated content may be incorrect.">
            <a:extLst>
              <a:ext uri="{FF2B5EF4-FFF2-40B4-BE49-F238E27FC236}">
                <a16:creationId xmlns:a16="http://schemas.microsoft.com/office/drawing/2014/main" id="{F288B385-B240-FC11-6A91-53BFBC91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177" y="273108"/>
            <a:ext cx="4871678" cy="218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550A-945B-51FB-392B-37726633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AD94-C3E4-F72E-22F7-BD22E435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35798" y="-241540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  <a:ea typeface="FangSong" panose="02010609060101010101" pitchFamily="49" charset="-122"/>
              </a:rPr>
              <a:t>Who are we?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FE5C4-9109-3A84-4ED3-6B33525C62FD}"/>
              </a:ext>
            </a:extLst>
          </p:cNvPr>
          <p:cNvSpPr txBox="1"/>
          <p:nvPr/>
        </p:nvSpPr>
        <p:spPr>
          <a:xfrm>
            <a:off x="1325573" y="2550224"/>
            <a:ext cx="63292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Made In America was establish in 2022 in Tri-cities WA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Locally owned and operated by President Susana Hernandez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Honest hard working people that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0D8BC-DD01-0D49-0704-9693E893863C}"/>
              </a:ext>
            </a:extLst>
          </p:cNvPr>
          <p:cNvSpPr txBox="1"/>
          <p:nvPr/>
        </p:nvSpPr>
        <p:spPr>
          <a:xfrm>
            <a:off x="1106424" y="1464222"/>
            <a:ext cx="6329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cleaning service company that provides reliable, detailed, and eco-conscious cleaning services</a:t>
            </a:r>
          </a:p>
        </p:txBody>
      </p:sp>
      <p:pic>
        <p:nvPicPr>
          <p:cNvPr id="13" name="Picture 12" descr="A blue butterfly with white text&#10;&#10;AI-generated content may be incorrect.">
            <a:extLst>
              <a:ext uri="{FF2B5EF4-FFF2-40B4-BE49-F238E27FC236}">
                <a16:creationId xmlns:a16="http://schemas.microsoft.com/office/drawing/2014/main" id="{2C825C16-418A-9332-6D76-161D42F1F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738" y="172694"/>
            <a:ext cx="4265022" cy="18664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6F0589-603F-C523-A1CE-9FE6A5F1D724}"/>
              </a:ext>
            </a:extLst>
          </p:cNvPr>
          <p:cNvSpPr txBox="1"/>
          <p:nvPr/>
        </p:nvSpPr>
        <p:spPr>
          <a:xfrm>
            <a:off x="3293402" y="3188874"/>
            <a:ext cx="5056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Offer services in </a:t>
            </a:r>
            <a:r>
              <a:rPr lang="en-US" sz="2400"/>
              <a:t>Tri-Cities, Hermiston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1593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C93B1-1899-27EF-9DCC-7C828EB2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butterfly with white text&#10;&#10;AI-generated content may be incorrect.">
            <a:extLst>
              <a:ext uri="{FF2B5EF4-FFF2-40B4-BE49-F238E27FC236}">
                <a16:creationId xmlns:a16="http://schemas.microsoft.com/office/drawing/2014/main" id="{6F88E9AE-B80F-0AFE-22B9-71DFE525E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991" y="134315"/>
            <a:ext cx="4480092" cy="19413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827256-E36B-B3BE-BA83-B16891BC9684}"/>
              </a:ext>
            </a:extLst>
          </p:cNvPr>
          <p:cNvSpPr txBox="1"/>
          <p:nvPr/>
        </p:nvSpPr>
        <p:spPr>
          <a:xfrm>
            <a:off x="880110" y="1753630"/>
            <a:ext cx="71208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Residential Cleaning: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Regular &amp; Deep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Move-in/Move-out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Post-renovation Clean-up</a:t>
            </a:r>
          </a:p>
          <a:p>
            <a:pPr>
              <a:buNone/>
            </a:pPr>
            <a:r>
              <a:rPr lang="en-US" sz="3600" b="1" dirty="0"/>
              <a:t>Commercial Cleaning: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Office &amp; Retail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Airbnb &amp; Vacation Rental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Medical &amp; Industrial Facilities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E3431-BD28-FBDD-FEB6-953AAB816101}"/>
              </a:ext>
            </a:extLst>
          </p:cNvPr>
          <p:cNvSpPr txBox="1"/>
          <p:nvPr/>
        </p:nvSpPr>
        <p:spPr>
          <a:xfrm>
            <a:off x="438912" y="398901"/>
            <a:ext cx="74490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SERVICES WE PROVIDE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DB4-3544-FC5F-511A-31D2A9C900C7}"/>
              </a:ext>
            </a:extLst>
          </p:cNvPr>
          <p:cNvSpPr txBox="1"/>
          <p:nvPr/>
        </p:nvSpPr>
        <p:spPr>
          <a:xfrm>
            <a:off x="7407409" y="3233338"/>
            <a:ext cx="3991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Free estimates in Tri-Cities </a:t>
            </a:r>
          </a:p>
        </p:txBody>
      </p:sp>
    </p:spTree>
    <p:extLst>
      <p:ext uri="{BB962C8B-B14F-4D97-AF65-F5344CB8AC3E}">
        <p14:creationId xmlns:p14="http://schemas.microsoft.com/office/powerpoint/2010/main" val="316074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1958-9886-9CF0-6A63-9B754BBC0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8D8F7FF-AD39-5C55-A751-C88AF600E599}"/>
              </a:ext>
            </a:extLst>
          </p:cNvPr>
          <p:cNvSpPr txBox="1"/>
          <p:nvPr/>
        </p:nvSpPr>
        <p:spPr>
          <a:xfrm>
            <a:off x="748244" y="317719"/>
            <a:ext cx="56342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YOU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WOULD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 BE VERY GLAD THAT YOU CHOSE MADE IN AMERICA BECAUSE…..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68C35-CB55-68B2-6400-D49AAD30D165}"/>
              </a:ext>
            </a:extLst>
          </p:cNvPr>
          <p:cNvSpPr txBox="1"/>
          <p:nvPr/>
        </p:nvSpPr>
        <p:spPr>
          <a:xfrm>
            <a:off x="217892" y="2449496"/>
            <a:ext cx="669497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Trained &amp; background-checked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Licensed &amp; Insured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100% satisfaction guarantee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do it right the first time</a:t>
            </a:r>
          </a:p>
        </p:txBody>
      </p:sp>
      <p:pic>
        <p:nvPicPr>
          <p:cNvPr id="11" name="Picture 10" descr="A blue butterfly with white text&#10;&#10;AI-generated content may be incorrect.">
            <a:extLst>
              <a:ext uri="{FF2B5EF4-FFF2-40B4-BE49-F238E27FC236}">
                <a16:creationId xmlns:a16="http://schemas.microsoft.com/office/drawing/2014/main" id="{F9BA5C13-4B4C-B6DB-A1CA-FADA72551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106" y="134315"/>
            <a:ext cx="5036977" cy="2182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B2C88F-43B0-E2C9-802C-148E6BFFFFC7}"/>
              </a:ext>
            </a:extLst>
          </p:cNvPr>
          <p:cNvSpPr txBox="1"/>
          <p:nvPr/>
        </p:nvSpPr>
        <p:spPr>
          <a:xfrm>
            <a:off x="5630516" y="2988105"/>
            <a:ext cx="54701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</a:t>
            </a:r>
          </a:p>
          <a:p>
            <a:r>
              <a:rPr lang="en-US" sz="3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Transparent pricing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Use Eco-friendly and nontoxic supplies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12" name="Picture 11" descr="A collection of logos of cleaning services">
            <a:extLst>
              <a:ext uri="{FF2B5EF4-FFF2-40B4-BE49-F238E27FC236}">
                <a16:creationId xmlns:a16="http://schemas.microsoft.com/office/drawing/2014/main" id="{4327268F-0FB6-B045-758E-EA0DB8880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917" y1="38167" x2="15917" y2="38167"/>
                        <a14:foregroundMark x1="24833" y1="31667" x2="24833" y2="31667"/>
                        <a14:foregroundMark x1="31667" y1="17917" x2="31667" y2="17917"/>
                        <a14:foregroundMark x1="20667" y1="15250" x2="20667" y2="15250"/>
                        <a14:foregroundMark x1="28750" y1="15583" x2="28750" y2="15583"/>
                        <a14:foregroundMark x1="25167" y1="26667" x2="25167" y2="26667"/>
                        <a14:foregroundMark x1="37667" y1="36250" x2="37667" y2="36250"/>
                        <a14:foregroundMark x1="34333" y1="20583" x2="34333" y2="20583"/>
                        <a14:foregroundMark x1="33167" y1="21750" x2="33167" y2="21750"/>
                        <a14:foregroundMark x1="19500" y1="46583" x2="19500" y2="46583"/>
                        <a14:foregroundMark x1="34333" y1="64500" x2="34333" y2="64500"/>
                        <a14:foregroundMark x1="26667" y1="64917" x2="26667" y2="64917"/>
                        <a14:foregroundMark x1="26667" y1="57667" x2="26667" y2="57667"/>
                        <a14:foregroundMark x1="13583" y1="80250" x2="13583" y2="80250"/>
                        <a14:foregroundMark x1="23083" y1="80250" x2="23083" y2="80250"/>
                        <a14:foregroundMark x1="34083" y1="76417" x2="34083" y2="76417"/>
                        <a14:foregroundMark x1="29000" y1="71417" x2="29000" y2="71417"/>
                        <a14:foregroundMark x1="33167" y1="75250" x2="33167" y2="75250"/>
                        <a14:foregroundMark x1="27833" y1="77500" x2="27833" y2="77500"/>
                        <a14:foregroundMark x1="40167" y1="73750" x2="40167" y2="73750"/>
                        <a14:foregroundMark x1="38167" y1="71083" x2="38167" y2="71083"/>
                        <a14:foregroundMark x1="25000" y1="87667" x2="25000" y2="87667"/>
                        <a14:foregroundMark x1="30583" y1="86167" x2="30583" y2="86167"/>
                        <a14:foregroundMark x1="18583" y1="21167" x2="18583" y2="21167"/>
                        <a14:foregroundMark x1="16333" y1="33333" x2="16333" y2="33333"/>
                        <a14:foregroundMark x1="34917" y1="33917" x2="34917" y2="33917"/>
                        <a14:foregroundMark x1="34417" y1="28250" x2="34417" y2="28250"/>
                        <a14:foregroundMark x1="32167" y1="28250" x2="32167" y2="28250"/>
                        <a14:foregroundMark x1="72833" y1="14417" x2="72833" y2="14417"/>
                        <a14:foregroundMark x1="71000" y1="15583" x2="71000" y2="15583"/>
                        <a14:foregroundMark x1="62500" y1="12917" x2="62500" y2="12917"/>
                        <a14:foregroundMark x1="58333" y1="25917" x2="58333" y2="25917"/>
                        <a14:foregroundMark x1="56250" y1="27417" x2="56250" y2="27417"/>
                        <a14:foregroundMark x1="58333" y1="34500" x2="58333" y2="34500"/>
                        <a14:foregroundMark x1="73500" y1="20583" x2="73500" y2="20583"/>
                        <a14:foregroundMark x1="69583" y1="25333" x2="69583" y2="25333"/>
                        <a14:foregroundMark x1="67750" y1="28000" x2="67750" y2="28000"/>
                        <a14:foregroundMark x1="77000" y1="33583" x2="77000" y2="33583"/>
                        <a14:foregroundMark x1="78333" y1="22083" x2="78333" y2="22083"/>
                        <a14:foregroundMark x1="81750" y1="22083" x2="81750" y2="22083"/>
                        <a14:foregroundMark x1="79000" y1="13833" x2="79000" y2="13833"/>
                        <a14:foregroundMark x1="74917" y1="18833" x2="74917" y2="18833"/>
                        <a14:foregroundMark x1="68917" y1="25000" x2="68917" y2="25000"/>
                        <a14:foregroundMark x1="65500" y1="30333" x2="65500" y2="30333"/>
                        <a14:foregroundMark x1="57917" y1="23833" x2="57917" y2="23833"/>
                        <a14:foregroundMark x1="57417" y1="22083" x2="57417" y2="22083"/>
                        <a14:foregroundMark x1="61583" y1="25917" x2="61583" y2="25917"/>
                        <a14:foregroundMark x1="59500" y1="25000" x2="59500" y2="25000"/>
                        <a14:foregroundMark x1="60167" y1="25583" x2="60167" y2="25583"/>
                        <a14:foregroundMark x1="60167" y1="34167" x2="60167" y2="34167"/>
                        <a14:foregroundMark x1="61833" y1="23583" x2="61833" y2="23583"/>
                        <a14:foregroundMark x1="60417" y1="24750" x2="60417" y2="24750"/>
                        <a14:foregroundMark x1="61667" y1="37833" x2="61667" y2="37833"/>
                        <a14:foregroundMark x1="61667" y1="37833" x2="61667" y2="37833"/>
                        <a14:foregroundMark x1="61667" y1="37833" x2="61667" y2="37833"/>
                        <a14:foregroundMark x1="61667" y1="37833" x2="61667" y2="37833"/>
                        <a14:foregroundMark x1="70667" y1="25167" x2="70667" y2="25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13" y="4511599"/>
            <a:ext cx="3212624" cy="249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1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FC4C0-6522-7C58-FDF1-4CE3AA3C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expect from 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EAD7B-A8EE-7098-4221-B11606A6DF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75F7B-C9D2-CA0A-FD00-7D0664E97D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66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52EB-1983-2F2A-F8F1-DBB3A65A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3BE633-2191-18DC-CB37-F995A0CEA6C1}"/>
              </a:ext>
            </a:extLst>
          </p:cNvPr>
          <p:cNvSpPr txBox="1"/>
          <p:nvPr/>
        </p:nvSpPr>
        <p:spPr>
          <a:xfrm>
            <a:off x="748245" y="317719"/>
            <a:ext cx="440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1" name="Picture 10" descr="A blue butterfly with white text&#10;&#10;AI-generated content may be incorrect.">
            <a:extLst>
              <a:ext uri="{FF2B5EF4-FFF2-40B4-BE49-F238E27FC236}">
                <a16:creationId xmlns:a16="http://schemas.microsoft.com/office/drawing/2014/main" id="{7C6AD440-8D94-CC89-659C-703D9344D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106" y="134315"/>
            <a:ext cx="5036977" cy="21826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555A6A-56AE-F973-853B-6A2E0B708CAD}"/>
              </a:ext>
            </a:extLst>
          </p:cNvPr>
          <p:cNvSpPr txBox="1"/>
          <p:nvPr/>
        </p:nvSpPr>
        <p:spPr>
          <a:xfrm>
            <a:off x="1517904" y="698201"/>
            <a:ext cx="29997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Pricing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C3D4D6-FAD8-ADA3-8A82-0BA96EF244A5}"/>
              </a:ext>
            </a:extLst>
          </p:cNvPr>
          <p:cNvSpPr txBox="1"/>
          <p:nvPr/>
        </p:nvSpPr>
        <p:spPr>
          <a:xfrm>
            <a:off x="663010" y="2950580"/>
            <a:ext cx="96842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Varies in pricing depending on what all needs to be done </a:t>
            </a:r>
          </a:p>
        </p:txBody>
      </p:sp>
    </p:spTree>
    <p:extLst>
      <p:ext uri="{BB962C8B-B14F-4D97-AF65-F5344CB8AC3E}">
        <p14:creationId xmlns:p14="http://schemas.microsoft.com/office/powerpoint/2010/main" val="30439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AFD7-4BE5-93BE-187B-459881D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8781E6-88A0-51C5-0945-EAA20DACF801}"/>
              </a:ext>
            </a:extLst>
          </p:cNvPr>
          <p:cNvSpPr txBox="1"/>
          <p:nvPr/>
        </p:nvSpPr>
        <p:spPr>
          <a:xfrm>
            <a:off x="748245" y="317719"/>
            <a:ext cx="440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1" name="Picture 10" descr="A blue butterfly with white text&#10;&#10;AI-generated content may be incorrect.">
            <a:extLst>
              <a:ext uri="{FF2B5EF4-FFF2-40B4-BE49-F238E27FC236}">
                <a16:creationId xmlns:a16="http://schemas.microsoft.com/office/drawing/2014/main" id="{935DEC12-BE6F-0C2D-9A88-706913FE6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106" y="134315"/>
            <a:ext cx="5036977" cy="21826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FCFF9F-A793-CB15-8471-6C0F7DCF5D33}"/>
              </a:ext>
            </a:extLst>
          </p:cNvPr>
          <p:cNvSpPr txBox="1"/>
          <p:nvPr/>
        </p:nvSpPr>
        <p:spPr>
          <a:xfrm>
            <a:off x="1517904" y="698201"/>
            <a:ext cx="3895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Contact Us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E3654-392E-5B55-54FD-6B671B73D201}"/>
              </a:ext>
            </a:extLst>
          </p:cNvPr>
          <p:cNvSpPr txBox="1"/>
          <p:nvPr/>
        </p:nvSpPr>
        <p:spPr>
          <a:xfrm>
            <a:off x="998120" y="3773701"/>
            <a:ext cx="40382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Phone: 281 779 1772 </a:t>
            </a:r>
          </a:p>
          <a:p>
            <a:r>
              <a:rPr lang="en-US" sz="3200" dirty="0"/>
              <a:t>           509 851 9589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C1C58-9255-0357-E13A-EAC08A658D28}"/>
              </a:ext>
            </a:extLst>
          </p:cNvPr>
          <p:cNvSpPr txBox="1"/>
          <p:nvPr/>
        </p:nvSpPr>
        <p:spPr>
          <a:xfrm>
            <a:off x="656228" y="2405099"/>
            <a:ext cx="7066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Email: </a:t>
            </a:r>
            <a:r>
              <a:rPr lang="en-US" sz="3200" dirty="0"/>
              <a:t>SHHOUSEKEEPINGWA</a:t>
            </a:r>
            <a:r>
              <a:rPr lang="en-US" sz="2800" dirty="0"/>
              <a:t>@GMAIL.COM</a:t>
            </a:r>
          </a:p>
        </p:txBody>
      </p:sp>
    </p:spTree>
    <p:extLst>
      <p:ext uri="{BB962C8B-B14F-4D97-AF65-F5344CB8AC3E}">
        <p14:creationId xmlns:p14="http://schemas.microsoft.com/office/powerpoint/2010/main" val="94931214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2133</TotalTime>
  <Words>179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Garamond</vt:lpstr>
      <vt:lpstr>Tw Cen MT</vt:lpstr>
      <vt:lpstr>Droplet</vt:lpstr>
      <vt:lpstr>Made In America </vt:lpstr>
      <vt:lpstr>Who are we?</vt:lpstr>
      <vt:lpstr>PowerPoint Presentation</vt:lpstr>
      <vt:lpstr>PowerPoint Presentation</vt:lpstr>
      <vt:lpstr>What to expect from us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muniz</dc:creator>
  <cp:lastModifiedBy>alan muniz</cp:lastModifiedBy>
  <cp:revision>3</cp:revision>
  <dcterms:created xsi:type="dcterms:W3CDTF">2025-08-12T04:00:19Z</dcterms:created>
  <dcterms:modified xsi:type="dcterms:W3CDTF">2026-02-22T21:20:27Z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