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6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8CC12-B134-7277-909F-A2927D7C4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A56FA-0EDF-5A8D-2ABF-16101428CE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6286E-F69E-88FD-972D-C05A266CF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5F84-725C-4104-917E-C5BA2362A792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0BA16-C2DB-678F-395D-A924621BB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C9CAB-9E38-FC9A-C2BA-39BE8FBFE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311E-011D-4EC9-8377-0CAE9458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95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4410A-8C92-B4B7-B3FB-E244CE452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187E3-000F-9241-1DC6-E72BC2E65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B52AF-E0E6-A828-F406-7621C825C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5F84-725C-4104-917E-C5BA2362A792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E211-4037-610F-EBCA-64727D0E3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66671-F0F4-FE32-CBF3-D3BE3D1DD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311E-011D-4EC9-8377-0CAE9458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71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9C52E-215B-791E-9E92-A06F158F2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D36AB-CF3C-A8A2-7AD2-3C1338E0D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2A543-2D2A-A57B-D1B9-7674368B9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5F84-725C-4104-917E-C5BA2362A792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C3BCF-F0FD-1905-BC62-7EC2B6BFD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D32BC-693A-A5D9-34A2-465E23DE6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311E-011D-4EC9-8377-0CAE9458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94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BBD5F-050B-B842-36C7-42EBB72B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FB90F-E507-695F-B0FF-9EE6E3CB6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9E741-1E0C-4B5A-E588-36B4876D0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231DE-3C03-60B5-9149-8A87E975A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5F84-725C-4104-917E-C5BA2362A792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FAF18-9857-D6F8-0DDD-C7C8204D6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EAD05-D917-AB26-E63F-4D26FA006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311E-011D-4EC9-8377-0CAE9458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115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9CE19-09C7-829B-9230-EF5721877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53786-E66E-A01A-F089-8F43C1986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77D0C1-F79B-9381-0A6C-5834A9E1B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08A246-6426-9866-2897-591F9A020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26E074-6332-33F6-2755-E85E142526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5A917E-3BD3-28FD-5B28-BC64108D4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5F84-725C-4104-917E-C5BA2362A792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194651-DD7A-9CB2-58AC-071F2AC00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067562-A06F-0D43-6F75-F8D5AB984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311E-011D-4EC9-8377-0CAE9458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05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C9B35-B45E-4A7D-6935-6FE409488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F946CC-168B-3919-485D-20BBA91B3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5F84-725C-4104-917E-C5BA2362A792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FFE60B-F275-D59B-7D94-C610A3D78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41ADA5-C479-7934-5BC8-121FBF824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311E-011D-4EC9-8377-0CAE9458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89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43743A-C71C-1907-ADD9-4739D0C4B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5F84-725C-4104-917E-C5BA2362A792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0FB929-8419-FA61-860B-E67EA8DCA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98036-45DD-6076-4BAA-ADA8B3527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311E-011D-4EC9-8377-0CAE9458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757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E4FBA-9754-CD71-4342-E3A91676F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9EC09-EA1B-3CA2-21FA-9F8739616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87E30-4240-32C5-582C-58FA48F07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3189D-961F-CDCE-B8CA-64531558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5F84-725C-4104-917E-C5BA2362A792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8A721-E604-EEE0-2106-684B1488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8ED2F-FFFD-C6EC-7CDC-A8FA05C3B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311E-011D-4EC9-8377-0CAE9458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261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AF020-2B3E-E3B3-5C5E-705C445CB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65D4F-F86B-9706-C321-2A2C6EF86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14FD1-FE82-2EAD-16F6-2CDF813FB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46BD6-AB87-147B-2BED-DD3D840B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5F84-725C-4104-917E-C5BA2362A792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51B20-5412-5DAE-FAD2-F17240705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F3224-9CFE-680A-3977-3679D9A1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311E-011D-4EC9-8377-0CAE9458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77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B0A4B-77D5-19C6-53EC-59E206648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F1F9C-8AA9-EF9B-5EE7-5E88A049B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B294B-C554-B1B0-CE3A-B9E62FA40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5F84-725C-4104-917E-C5BA2362A792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7FEC5-CC2F-60C9-8691-2CC8E4B4C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CABFF-AB5C-F05D-7B13-4D3BBED9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311E-011D-4EC9-8377-0CAE9458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40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3D10E4-509A-D699-98C6-B0FE92B42D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B3829-FAF0-F65B-74CE-33589857B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5309D-5E57-D11C-22F6-A19C12271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5F84-725C-4104-917E-C5BA2362A792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43679-C649-72B0-B0D9-CDAA181B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2B9AF-540F-217F-784F-3C7206A11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311E-011D-4EC9-8377-0CAE9458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3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304B3-14A4-56B2-9B05-364269D61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06339-1B93-1E39-F54F-136CAD0F8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DCC41-9F55-072F-4AF8-E3BF05D5B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095F84-725C-4104-917E-C5BA2362A792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FCC69-5BDF-D0A2-AE9E-A80C4CF5E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DCC08-26D7-BF71-E69E-80F0DB107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C311E-011D-4EC9-8377-0CAE94585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785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holding a spray bottle&#10;&#10;AI-generated content may be incorrect.">
            <a:extLst>
              <a:ext uri="{FF2B5EF4-FFF2-40B4-BE49-F238E27FC236}">
                <a16:creationId xmlns:a16="http://schemas.microsoft.com/office/drawing/2014/main" id="{5F362D1F-146A-6911-26B6-858040459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7" b="362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7" name="Picture 6" descr="A blue butterfly with white text&#10;&#10;AI-generated content may be incorrect.">
            <a:extLst>
              <a:ext uri="{FF2B5EF4-FFF2-40B4-BE49-F238E27FC236}">
                <a16:creationId xmlns:a16="http://schemas.microsoft.com/office/drawing/2014/main" id="{2D079382-2525-2475-6A73-99EF786A3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392" b="89371" l="2485" r="96848">
                        <a14:foregroundMark x1="7939" y1="72727" x2="7939" y2="72727"/>
                        <a14:foregroundMark x1="8303" y1="73846" x2="8303" y2="73846"/>
                        <a14:foregroundMark x1="5636" y1="73287" x2="5636" y2="73287"/>
                        <a14:foregroundMark x1="2545" y1="87692" x2="2545" y2="87692"/>
                        <a14:foregroundMark x1="8970" y1="52867" x2="8970" y2="52867"/>
                        <a14:foregroundMark x1="10121" y1="53427" x2="10121" y2="53427"/>
                        <a14:foregroundMark x1="17879" y1="55664" x2="17879" y2="55664"/>
                        <a14:foregroundMark x1="19212" y1="55664" x2="19212" y2="55664"/>
                        <a14:foregroundMark x1="15939" y1="47972" x2="15939" y2="47972"/>
                        <a14:foregroundMark x1="25879" y1="51608" x2="25879" y2="51608"/>
                        <a14:foregroundMark x1="28970" y1="54406" x2="28970" y2="54406"/>
                        <a14:foregroundMark x1="16364" y1="72168" x2="16364" y2="72168"/>
                        <a14:foregroundMark x1="18061" y1="73846" x2="18061" y2="73846"/>
                        <a14:foregroundMark x1="24364" y1="82937" x2="24364" y2="82937"/>
                        <a14:foregroundMark x1="25394" y1="81259" x2="25394" y2="81259"/>
                        <a14:foregroundMark x1="19152" y1="83357" x2="19152" y2="83357"/>
                        <a14:foregroundMark x1="31697" y1="74825" x2="31697" y2="74825"/>
                        <a14:foregroundMark x1="31939" y1="82657" x2="31939" y2="82657"/>
                        <a14:foregroundMark x1="35515" y1="71329" x2="35515" y2="71329"/>
                        <a14:foregroundMark x1="34909" y1="78042" x2="34909" y2="78042"/>
                        <a14:foregroundMark x1="42364" y1="84196" x2="42364" y2="84196"/>
                        <a14:foregroundMark x1="41273" y1="79161" x2="41273" y2="79161"/>
                        <a14:foregroundMark x1="46303" y1="74266" x2="46303" y2="74266"/>
                        <a14:foregroundMark x1="45455" y1="82238" x2="45455" y2="82238"/>
                        <a14:foregroundMark x1="40000" y1="72727" x2="40000" y2="72727"/>
                        <a14:foregroundMark x1="52424" y1="75385" x2="52424" y2="75385"/>
                        <a14:foregroundMark x1="57576" y1="78462" x2="57576" y2="78462"/>
                        <a14:foregroundMark x1="52121" y1="82238" x2="52121" y2="82238"/>
                        <a14:foregroundMark x1="58303" y1="73287" x2="58303" y2="73287"/>
                        <a14:foregroundMark x1="58303" y1="86713" x2="58303" y2="86713"/>
                        <a14:foregroundMark x1="77939" y1="87692" x2="77939" y2="87692"/>
                        <a14:foregroundMark x1="69394" y1="18042" x2="69394" y2="18042"/>
                        <a14:foregroundMark x1="70909" y1="13566" x2="70909" y2="13566"/>
                        <a14:foregroundMark x1="71030" y1="14685" x2="71030" y2="14685"/>
                        <a14:foregroundMark x1="62000" y1="43636" x2="62000" y2="43636"/>
                        <a14:foregroundMark x1="63152" y1="44615" x2="63152" y2="44615"/>
                        <a14:foregroundMark x1="62848" y1="43916" x2="62848" y2="43916"/>
                        <a14:foregroundMark x1="79273" y1="85175" x2="79273" y2="85175"/>
                        <a14:foregroundMark x1="77939" y1="83916" x2="77939" y2="83916"/>
                        <a14:foregroundMark x1="82000" y1="83217" x2="82000" y2="83217"/>
                        <a14:foregroundMark x1="87273" y1="83636" x2="87273" y2="83636"/>
                        <a14:foregroundMark x1="92000" y1="69650" x2="92000" y2="69650"/>
                        <a14:foregroundMark x1="92727" y1="63497" x2="92727" y2="63497"/>
                        <a14:foregroundMark x1="96909" y1="68811" x2="96909" y2="68811"/>
                        <a14:foregroundMark x1="69273" y1="75385" x2="69273" y2="75385"/>
                        <a14:foregroundMark x1="69273" y1="76084" x2="69273" y2="76084"/>
                        <a14:foregroundMark x1="63152" y1="80839" x2="63152" y2="80839"/>
                        <a14:foregroundMark x1="63333" y1="81818" x2="63333" y2="81818"/>
                        <a14:foregroundMark x1="63333" y1="81818" x2="63333" y2="81818"/>
                        <a14:foregroundMark x1="63333" y1="80140" x2="63333" y2="80140"/>
                        <a14:foregroundMark x1="34364" y1="54545" x2="34364" y2="54545"/>
                        <a14:foregroundMark x1="34364" y1="55664" x2="34364" y2="55664"/>
                        <a14:foregroundMark x1="34606" y1="55245" x2="34606" y2="55245"/>
                        <a14:foregroundMark x1="34667" y1="55524" x2="34667" y2="55524"/>
                        <a14:foregroundMark x1="34485" y1="55105" x2="34485" y2="55105"/>
                        <a14:foregroundMark x1="34485" y1="55524" x2="34485" y2="55524"/>
                        <a14:foregroundMark x1="34485" y1="55524" x2="34485" y2="55524"/>
                        <a14:foregroundMark x1="34485" y1="55524" x2="34485" y2="55524"/>
                        <a14:foregroundMark x1="34485" y1="55524" x2="34485" y2="55524"/>
                        <a14:foregroundMark x1="34485" y1="55524" x2="34485" y2="55524"/>
                        <a14:foregroundMark x1="80909" y1="83636" x2="80909" y2="83636"/>
                        <a14:foregroundMark x1="79333" y1="82797" x2="79333" y2="82797"/>
                        <a14:foregroundMark x1="79455" y1="80699" x2="79455" y2="80699"/>
                        <a14:foregroundMark x1="71333" y1="76364" x2="71333" y2="76364"/>
                        <a14:foregroundMark x1="75939" y1="37762" x2="75939" y2="37762"/>
                        <a14:foregroundMark x1="75758" y1="41678" x2="75758" y2="41678"/>
                        <a14:foregroundMark x1="75697" y1="45035" x2="75697" y2="45035"/>
                        <a14:foregroundMark x1="75636" y1="48671" x2="75636" y2="48671"/>
                        <a14:foregroundMark x1="82970" y1="52727" x2="82970" y2="52727"/>
                        <a14:foregroundMark x1="78061" y1="53147" x2="78061" y2="53147"/>
                        <a14:foregroundMark x1="69091" y1="8392" x2="69091" y2="8392"/>
                        <a14:foregroundMark x1="33030" y1="71189" x2="33030" y2="71189"/>
                        <a14:foregroundMark x1="24788" y1="76643" x2="24788" y2="76643"/>
                        <a14:foregroundMark x1="45576" y1="72028" x2="45576" y2="72028"/>
                        <a14:foregroundMark x1="22727" y1="59441" x2="22727" y2="59441"/>
                        <a14:foregroundMark x1="35939" y1="57203" x2="35939" y2="57203"/>
                        <a14:foregroundMark x1="52242" y1="79021" x2="52242" y2="79021"/>
                        <a14:foregroundMark x1="63455" y1="43357" x2="63455" y2="43357"/>
                        <a14:foregroundMark x1="75758" y1="41678" x2="75758" y2="41678"/>
                        <a14:foregroundMark x1="75758" y1="42657" x2="75758" y2="42657"/>
                        <a14:foregroundMark x1="78061" y1="53007" x2="78061" y2="53007"/>
                        <a14:foregroundMark x1="79576" y1="53007" x2="79576" y2="53007"/>
                        <a14:foregroundMark x1="82121" y1="52308" x2="82121" y2="52308"/>
                        <a14:foregroundMark x1="80667" y1="52448" x2="80667" y2="52448"/>
                        <a14:foregroundMark x1="75879" y1="41538" x2="75879" y2="41538"/>
                        <a14:foregroundMark x1="76121" y1="40420" x2="76121" y2="40420"/>
                        <a14:foregroundMark x1="76242" y1="37762" x2="76242" y2="37762"/>
                        <a14:foregroundMark x1="76000" y1="42517" x2="76000" y2="42517"/>
                        <a14:foregroundMark x1="75576" y1="47413" x2="75576" y2="47413"/>
                        <a14:foregroundMark x1="75697" y1="48951" x2="75697" y2="48951"/>
                        <a14:foregroundMark x1="75636" y1="51049" x2="75636" y2="51049"/>
                        <a14:foregroundMark x1="75879" y1="45594" x2="75879" y2="45594"/>
                        <a14:foregroundMark x1="75879" y1="46713" x2="75879" y2="46713"/>
                        <a14:foregroundMark x1="77030" y1="52867" x2="77030" y2="52867"/>
                        <a14:backgroundMark x1="61818" y1="81818" x2="61818" y2="81818"/>
                        <a14:backgroundMark x1="64242" y1="80839" x2="64242" y2="80839"/>
                        <a14:backgroundMark x1="63515" y1="81538" x2="63515" y2="81538"/>
                        <a14:backgroundMark x1="63515" y1="81119" x2="63515" y2="81119"/>
                        <a14:backgroundMark x1="63030" y1="81119" x2="63030" y2="81119"/>
                        <a14:backgroundMark x1="63152" y1="81119" x2="63152" y2="81119"/>
                        <a14:backgroundMark x1="63515" y1="81119" x2="63515" y2="81119"/>
                        <a14:backgroundMark x1="63455" y1="80839" x2="63455" y2="80839"/>
                        <a14:backgroundMark x1="63152" y1="80839" x2="63152" y2="80839"/>
                        <a14:backgroundMark x1="63515" y1="79860" x2="63515" y2="79860"/>
                        <a14:backgroundMark x1="63515" y1="79860" x2="63515" y2="79860"/>
                        <a14:backgroundMark x1="34606" y1="55245" x2="34606" y2="55245"/>
                        <a14:backgroundMark x1="34606" y1="55245" x2="34606" y2="55245"/>
                        <a14:backgroundMark x1="35273" y1="65455" x2="35273" y2="65455"/>
                        <a14:backgroundMark x1="62970" y1="80559" x2="62970" y2="80559"/>
                        <a14:backgroundMark x1="63455" y1="80140" x2="63455" y2="80140"/>
                        <a14:backgroundMark x1="63455" y1="80140" x2="63455" y2="80140"/>
                        <a14:backgroundMark x1="63212" y1="80000" x2="63212" y2="80000"/>
                        <a14:backgroundMark x1="63394" y1="81678" x2="63394" y2="81678"/>
                        <a14:backgroundMark x1="63212" y1="81958" x2="63212" y2="81958"/>
                        <a14:backgroundMark x1="63394" y1="81119" x2="63394" y2="81119"/>
                        <a14:backgroundMark x1="63273" y1="81119" x2="63273" y2="81119"/>
                        <a14:backgroundMark x1="63273" y1="80979" x2="63273" y2="80979"/>
                        <a14:backgroundMark x1="63455" y1="81818" x2="63455" y2="81818"/>
                        <a14:backgroundMark x1="63394" y1="80839" x2="63394" y2="80839"/>
                        <a14:backgroundMark x1="63333" y1="80559" x2="63333" y2="80559"/>
                        <a14:backgroundMark x1="63455" y1="81958" x2="63455" y2="81958"/>
                        <a14:backgroundMark x1="63455" y1="81958" x2="63455" y2="81958"/>
                        <a14:backgroundMark x1="80485" y1="85594" x2="80485" y2="85594"/>
                        <a14:backgroundMark x1="84909" y1="84476" x2="84909" y2="84476"/>
                        <a14:backgroundMark x1="80788" y1="83357" x2="80788" y2="83357"/>
                        <a14:backgroundMark x1="74727" y1="47552" x2="74727" y2="47552"/>
                        <a14:backgroundMark x1="32485" y1="64755" x2="32485" y2="647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651" y="998458"/>
            <a:ext cx="3992880" cy="17302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98F06E7-6DF4-F7B7-FCB1-F4145ED12B1F}"/>
              </a:ext>
            </a:extLst>
          </p:cNvPr>
          <p:cNvSpPr/>
          <p:nvPr/>
        </p:nvSpPr>
        <p:spPr>
          <a:xfrm>
            <a:off x="3416061" y="2500078"/>
            <a:ext cx="744459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54E122-4620-09AC-77E0-4F7684E9D111}"/>
              </a:ext>
            </a:extLst>
          </p:cNvPr>
          <p:cNvSpPr/>
          <p:nvPr/>
        </p:nvSpPr>
        <p:spPr>
          <a:xfrm>
            <a:off x="8373799" y="3429000"/>
            <a:ext cx="30970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9052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hariii 09</dc:creator>
  <cp:lastModifiedBy>alan muniz</cp:lastModifiedBy>
  <cp:revision>2</cp:revision>
  <dcterms:created xsi:type="dcterms:W3CDTF">2025-08-20T06:51:58Z</dcterms:created>
  <dcterms:modified xsi:type="dcterms:W3CDTF">2026-02-22T21:19:08Z</dcterms:modified>
</cp:coreProperties>
</file>